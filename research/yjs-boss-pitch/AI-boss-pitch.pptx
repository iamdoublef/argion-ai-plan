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Microsoft YaHei"/>
              </a:defRPr>
            </a:pPr>
            <a:r>
              <a:t>AI能帮公司做什么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88"/>
                </a:solidFill>
                <a:latin typeface="Microsoft YaHei"/>
              </a:defRPr>
            </a:pPr>
            <a:r>
              <a:t>亚俊氏 · 2026年2月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先说结论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一句话：AI的窗口期开着，竞品应用程度普遍偏低，现在是切入的时机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三个依据：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竞品AI应用程度普遍偏低（1-2星/5星），先行者有差异化机会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技术已经成熟到“开箱即用”，不需要自己训练模型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已经用亚俊氏的公开产品资料验证了两个场景，不是纸上谈兵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制造能力是护城河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60+款产品，覆盖腔式封口机、外抽式、真空袋全品类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100名工程师，3个生产基地（广州、佛山、新加坡）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Metro铂金供应商，全球仅3家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可降解真空袋全球首家 OK Compost + BPI 双认证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17年真空封口设备制造经验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主营业务：代工 + 耗材，制造能力是核心竞争力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代工和耗材是主营业务，AI能让它们更赚钱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代工业务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客户获取：靠人脉和展会，没有系统化渠道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ODM响应：2周出2-3个方案，客户等不起 → AI辅助设计，3-5天出8-10个方案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制造效率：备料靠经验、排产靠老师傅、插单靠关系——AI都有成熟解法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耗材业务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用户基础：Wevac耗材 65,600条Amazon评价，用户基础已经在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复购运营：目前没有系统化复购运营，用户买完就走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客户生命周期：从“卖一次”到“持续复购”，耗材毛利更高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有制造能力、有用户基础，下一步：品牌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029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Amazon评价数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FoodSaver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30,000+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GERYON（白牌）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30,400+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Nesco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14,500+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Vesta（我们）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这不是产品不好，是没有用对方法让消费者看到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006D77"/>
                </a:solidFill>
                <a:latin typeface="Microsoft YaHei"/>
              </a:defRPr>
            </a:pPr>
            <a:r>
              <a:t>AI能在哪里发力：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内容质量：32分钟出完整Listing，3种语言39分钟搞定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竞品情报：143,000+条评价分析，找到竞品致命伤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品牌内容积累：系统化产出内容，建立消费者端存在感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5个高严重度问题，AI都能解决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痛点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现状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AI能做什么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内容质量偏弱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官网内容是给采购商的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AI生成符合平台规范的产品文案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竞品情报盲区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不知道用户在骂什么、夸什么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AI批量分析143K+条评价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质检依赖人工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15条注塑线人工质检，漏检导致客诉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AI视觉质检，检出率95%→99.5%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ODM设计响应慢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2周出2-3个方案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AI辅助设计，3-5天出8-10个方案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新品方向靠经验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每年推数十款新品，方向靠经验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AI分析市场趋势，数据驱动决策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行业AI趋势：竞品普遍偏低，窗口期真实存在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Microsoft YaHei"/>
              </a:defRPr>
            </a:pPr>
            <a:r>
              <a:t>全球真空食品设备市场：160亿美元，年增长5.2%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45720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AI应用程度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主要应用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FoodSaver (Newell Brands)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供应链端，内容/品牌端几乎没有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Anova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App连接，内容营销较强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Breville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★☆☆☆☆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传统制造思路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小熊电器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★★☆☆☆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国内电商内容生成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亚俊氏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★☆☆☆☆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几乎为零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结论：主要竞品AI应用程度普遍偏低，先行者有差异化窗口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识别出12个AI应用场景，覆盖6大业务环节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研发设计 → 生产制造 → 质量管理 → 销售营销 → 供应链 → 客户服务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AI辅助设计 | 智能排产 | 视觉质检 | 内容生成 | 需求预测 | 智能客服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新品方向决策 | 工艺优化 | 预测性维护 | 竞品情报 | 供应商管理 | 用户洞察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配方AI |  |  | 品牌内容矩阵 |  | 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优先级分类：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★ 速赢（1-3个月见效）：内容生成、竞品情报、AI辅助设计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◆ 战略（6-18个月）：视觉质检、需求预测、智能排产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○ 探索（18个月+）：IoT智能产品、预测性维护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先做什么：高价值 × 高可行性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↑ 高价值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5943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高可行性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战略项目</a:t>
            </a:r>
            <a:br/>
            <a:r>
              <a:t>· 视觉质检</a:t>
            </a:r>
            <a:br/>
            <a:r>
              <a:t>· 需求预测</a:t>
            </a:r>
            <a:br/>
            <a:r>
              <a:t>· 智能排产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77"/>
                </a:solidFill>
                <a:latin typeface="Microsoft YaHei"/>
              </a:defRPr>
            </a:pPr>
            <a:r>
              <a:t>★ 速赢项目</a:t>
            </a:r>
            <a:br/>
            <a:r>
              <a:t>★ 内容生成</a:t>
            </a:r>
            <a:br/>
            <a:r>
              <a:t>★ 竞品情报</a:t>
            </a:r>
            <a:br/>
            <a:r>
              <a:t>★ AI辅助设计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探索项目</a:t>
            </a:r>
            <a:br/>
            <a:r>
              <a:t>· IoT智能产品</a:t>
            </a:r>
            <a:br/>
            <a:r>
              <a:t>· 预测性维护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基础建设</a:t>
            </a:r>
            <a:br/>
            <a:r>
              <a:t>· 数据治理</a:t>
            </a:r>
            <a:br/>
            <a:r>
              <a:t>· ERP整合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D77"/>
                </a:solidFill>
                <a:latin typeface="Microsoft YaHei"/>
              </a:defRPr>
            </a:pPr>
            <a:r>
              <a:t>速赢3个场景的共同特点：技术成熟、有现成工具、不依赖大规模数据改造、1-3个月内能看到效果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大厂验证过的路，中小厂照着走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3657600"/>
                <a:gridCol w="301752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企业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规模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AI应用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成果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美的集团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大型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智能排产+AI质检+预测性维护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生产效率+30%，不良率-50%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Panasonic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大型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APS智能排产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排产工时-75%，生产提前期-50%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200-500人注塑厂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AI视觉质检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检测速度+5-10倍，漏检率5%→0.5%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300-800人小家电ODM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中小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AI辅助设计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设计周期2周→3-5天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200-500人出口企业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AI多语言内容生成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内容效率+10倍，翻译成本-80%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AI在制造业的应用正在从“大厂实验”向中小厂渗透，早动比晚动有优势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已验证案例① — C10af AI生成 vs 官网原文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D77"/>
                </a:solidFill>
                <a:latin typeface="Microsoft YaHei"/>
              </a:defRPr>
            </a:pPr>
            <a:r>
              <a:t>标题对比：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3333"/>
                </a:solidFill>
                <a:latin typeface="Microsoft YaHei"/>
              </a:defRPr>
            </a:pPr>
            <a:r>
              <a:t>官网原文："C10f"（4个字符）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6D77"/>
                </a:solidFill>
                <a:latin typeface="Microsoft YaHei"/>
              </a:defRPr>
            </a:pPr>
            <a:r>
              <a:t>AI生成："Wevac C10 Chamber Vacuum Sealer - 1000W Oil Pump, -29.9 inHg..."（196字符，含6个高价值搜索关键词）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280160"/>
          <a:ext cx="5303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097280"/>
                <a:gridCol w="146304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权重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官网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AI生成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信息完整度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83%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说服力/转化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25%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17%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90%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SEO搜索可见性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事实准确性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92%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品牌调性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95%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平台合规性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加权总分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89.6%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效率：32分钟生成完整Listing + 39分钟追加3种语言（中/粤/德）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已验证案例② — 6品牌 × 143,000+条评价分析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058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22860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痛点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总提及量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涉及品牌</a:t>
                      </a:r>
                    </a:p>
                  </a:txBody>
                  <a:tcPr anchor="ctr">
                    <a:solidFill>
                      <a:srgbClr val="006D7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密封性不稳定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~2,444条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4个品牌都有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产品寿命短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~760+条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Nesco最严重（490条纯负面）</a:t>
                      </a:r>
                    </a:p>
                  </a:txBody>
                  <a:tcPr anchor="ctr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吸力不足/不一致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~811条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Anova品控两极分化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474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77"/>
                </a:solidFill>
                <a:latin typeface="Microsoft YaHei"/>
              </a:defRPr>
            </a:pPr>
            <a:r>
              <a:t>发现的机会：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密封性是行业通病 → Vesta Smart Seal专利的最佳卖点（从未在营销中提过）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Nesco"3-4个月就坏了"490条差评 → 可直接用于对比营销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V22的185W/-28.3inHg → 同价位无对手，但没人知道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品牌评价数：Wevac耗材 65,600条 / FoodSaver 30,000条 / Vesta 67条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速赢场景的效果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① AI多语言内容生成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现状：官网内容是B2B语言，多语言靠外包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AI之后：单个SKU listing 32分钟，3种语言39分钟，评分35.7%→89.6%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收益：翻译成本降80%+，内容生产效率提升10倍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② AI视觉质检（注塑线试点）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现状：15条注塑线人工质检，检出率约95%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AI之后：检出率&gt;99.5%，速度&lt;0.5秒/件，质检效率提升10倍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成熟供应商：百度智能云、海康威视、创新奇智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③ AI辅助产品设计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现状：ODM客户要概念设计，2周出2-3个方案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AI之后：3-5天出8-10个方案，设计师人均产出提升3倍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收益：设计师从"画图工"变成"创意导演"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代工厂最怕三件事：备了料卖不掉、接了单排不出来、插了急单乱了全局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① AI需求预测（备料问题）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海运lead time 30-45天，备料靠经验；季节性波动30-50%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AI之后：SaaS订阅即用，预测准确率提升20-30%，库存成本降15-25%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② AI智能排产（排单问题）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24条产线×多规格×多认证，换型损耗大，排产靠老师傅经验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参考：Panasonic导入APS后，排产工时8人天→2人天（-75%），生产提前期-50%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③ 动态插单（插单问题）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老客户插急单 vs 新客户常规单，优先级怎么排？靠关系还是靠规则？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 AI可以秒级重算最优方案，自动给出优先级建议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三阶段推进，每阶段有决策点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77"/>
                </a:solidFill>
                <a:latin typeface="Microsoft YaHei"/>
              </a:defRPr>
            </a:pPr>
            <a:r>
              <a:t>阶段一（0-6个月）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快速验证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启动内容生成 + 竞品情报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启动AI辅助设计试点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数据资产盘点 + AI认知培训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目标：跑出数据，建立信心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77"/>
                </a:solidFill>
                <a:latin typeface="Microsoft YaHei"/>
              </a:defRPr>
            </a:pPr>
            <a:r>
              <a:t>阶段二（6-18个月）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核心深化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视觉质检全面铺开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需求预测上线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建设数据平台，打通ERP/MES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目标：AI覆盖生产和供应链核心环节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D77"/>
                </a:solidFill>
                <a:latin typeface="Microsoft YaHei"/>
              </a:defRPr>
            </a:pPr>
            <a:r>
              <a:t>阶段三（18-36个月）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全面智能化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智能排产上线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预测性维护部署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首款IoT+AI智能产品上市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目标：从"制造型企业"到"智能制造型企业"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Microsoft YaHei"/>
              </a:defRPr>
            </a:pPr>
            <a:r>
              <a:t>每个阶段末设 Go/No-Go 决策点：有数据才进下一阶段，不盲目投入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" cy="4572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立即可以启动的6件事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1. 确认AI转型方向：CEO层面明确“AI赋能”是战略方向，不是IT项目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2. 启动AI内容生成试点：选3-5个Wevac SKU，用AI生成listing，上线做A/B测试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3. 管理层AI认知培训：2天，外部顾问授课，含制造业AI案例研讨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4. 数据资产盘点：摸清楚公司有哪些数据、在哪里、质量怎么样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5. AI视觉质检供应商评估：邀请2-3家来现场勘察，做POC对比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6. 引入AI专项人才：AI转型不是兼职能干的事，需要一个懂AI工具的人串联各业务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Microsoft YaHei"/>
              </a:defRPr>
            </a:pPr>
            <a:r>
              <a:t>最小的切入点是内容生成——工具现成的，一周内就能跑起来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